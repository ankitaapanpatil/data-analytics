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Zomato Restaurant EDA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of Zomato Restaurant Reviews and Metadata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restaurant ratings and reviews</a:t>
            </a:r>
          </a:p>
          <a:p>
            <a:r>
              <a:t>Identify popular cuisines</a:t>
            </a:r>
          </a:p>
          <a:p>
            <a:r>
              <a:t>Study cost patterns</a:t>
            </a:r>
          </a:p>
          <a:p>
            <a:r>
              <a:t>Understand customer sentiment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Reviews Dataset: Restaurant, Reviewer, Review, Rating, Time, Pictures</a:t>
            </a:r>
          </a:p>
          <a:p>
            <a:r>
              <a:t>Metadata Dataset: Name, Cost, Collections, Cuisines, Timings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Removed duplicate records</a:t>
            </a:r>
          </a:p>
          <a:p>
            <a:r>
              <a:t>Converted rating data types</a:t>
            </a:r>
          </a:p>
          <a:p>
            <a:r>
              <a:t>Merged datasets using restaurant 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overall rating trends</a:t>
            </a:r>
          </a:p>
          <a:p>
            <a:r>
              <a:t>Identified customer satisfaction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Rated Restaurants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Calculated average ratings by restaurant</a:t>
            </a:r>
          </a:p>
          <a:p>
            <a:r>
              <a:t>Ranked top-performing restaurants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Cuisine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most common cuisines</a:t>
            </a:r>
          </a:p>
          <a:p>
            <a:r>
              <a:t>Compared cuisine popularity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Studied restaurant pricing distribution</a:t>
            </a:r>
          </a:p>
          <a:p>
            <a:r>
              <a:t>Observed affordability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Measured review volume per restaurant</a:t>
            </a:r>
          </a:p>
          <a:p>
            <a:r>
              <a:t>Detected highly discussed restaurants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Classified reviews as Positive, Neutral, or Negative</a:t>
            </a:r>
          </a:p>
          <a:p>
            <a:r>
              <a:t>Used VADER sentiment analyzer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correlation heatmap</a:t>
            </a:r>
          </a:p>
          <a:p>
            <a:r>
              <a:t>Examined relationships between numeric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restaurants received moderate-to-high ratings</a:t>
            </a:r>
          </a:p>
          <a:p>
            <a:r>
              <a:t>A few cuisines dominated the dataset</a:t>
            </a:r>
          </a:p>
          <a:p>
            <a:r>
              <a:t>Customer sentiment was largely positive</a:t>
            </a:r>
          </a:p>
          <a:p>
            <a:r>
              <a:t>Cost distribution showed multiple pricing segments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customer feedback</a:t>
            </a:r>
          </a:p>
          <a:p>
            <a:r>
              <a:t>Promote highly rated cuisines</a:t>
            </a:r>
          </a:p>
          <a:p>
            <a:r>
              <a:t>Improve service quality in lower-rated restaurants</a:t>
            </a:r>
          </a:p>
          <a:p>
            <a:r>
              <a:t>Monitor sentiment regularly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provided insights into ratings, cuisines, costs, and sentiment</a:t>
            </a:r>
          </a:p>
          <a:p>
            <a:r>
              <a:t>Findings can support restaurant business decisions and customer experience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